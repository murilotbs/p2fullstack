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27A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4114800"/>
            <a:ext cx="13716000" cy="3200400"/>
          </a:xfrm>
          <a:prstGeom prst="rect">
            <a:avLst/>
          </a:prstGeom>
          <a:solidFill>
            <a:srgbClr val="3B3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05840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5303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B4FC"/>
                </a:solidFill>
              </a:rPr>
              <a:t>UNIVASSOURAS — MARICÁ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</a:rPr>
              <a:t>Laboratório de Programação Full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10515600" cy="36576"/>
          </a:xfrm>
          <a:prstGeom prst="rect">
            <a:avLst/>
          </a:prstGeom>
          <a:solidFill>
            <a:srgbClr val="6D6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</a:rPr>
              <a:t>Atividade P2 — Full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Sistema de Gestão com
React + Laravel + Docker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1E1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8704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Aluno:  Sérgio Murilo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996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D2FE"/>
                </a:solidFill>
              </a:rPr>
              <a:t>Professor:  Fabricio Dias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5943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6D66EA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312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Objetivo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63040"/>
            <a:ext cx="109728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74151"/>
                </a:solidFill>
              </a:rPr>
              <a:t>Desenvolver uma aplicação fullstack completa e funcional, integrando frontend moderno com backend via API REST, containerizada com Docker e Docker Compose.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5176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374151"/>
                </a:solidFill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46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127AE"/>
                </a:solidFill>
              </a:rPr>
              <a:t>Autenticação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Login seguro com token
JWT via Bearer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39" y="265176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39" y="2697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374151"/>
                </a:solidFill>
              </a:rPr>
              <a:t>🗂️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3246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127AE"/>
                </a:solidFill>
              </a:rPr>
              <a:t>CRUD Completo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3657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Categorias e Usuários
com controle de acesso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59" y="265176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2697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374151"/>
                </a:solidFill>
              </a:rPr>
              <a:t>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59" y="3246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127AE"/>
                </a:solidFill>
              </a:rPr>
              <a:t>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657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Toda a stack rodando
em containers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265176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6974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374151"/>
                </a:solidFill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2461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127AE"/>
                </a:solidFill>
              </a:rPr>
              <a:t>Responsivo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6576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Interface adaptada
para mobile e desktop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312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Tecnologias Utilizadas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63040"/>
            <a:ext cx="109728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56616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27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84831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1214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⚛  React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395727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Biblioteca de UI com componentes reutilizáveis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98063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834639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🎨  Tailwind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108959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Estilização utility-first responsiva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11296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5478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⚡  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822191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Build tool ultra-rápido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24528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26110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🔗  Axios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5354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Cliente HTTP com interceptors JWT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37760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9743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🛣  React Router v6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524865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Navegação SPA com rotas protegidas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1600200"/>
            <a:ext cx="356616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1627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084831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21214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🐘  PHP 8.3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2395727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Linguagem servidor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2798063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0248" y="2834639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🔴  Laravel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3108959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Framework MVC + API 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3511296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0248" y="35478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🗄  MySQL 8.0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0248" y="3822191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Banco de dados relacional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4224528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0248" y="426110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🔑  Token 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45354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Guard nativo do Laravel (sem dependência extra)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4937760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8" y="49743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🌐  Apache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524865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Servidor web dentro do container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80" y="1600200"/>
            <a:ext cx="356616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0" y="162763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INFRAESTRUTURA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2084831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65008" y="212140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🐳  Docker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65008" y="2395727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Containerização dos serviços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2798063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65008" y="2834639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🔧  Docker Compose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8" y="3108959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Orquestração multi-container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0" y="3511296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65008" y="3547872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🌀  nginx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5008" y="3822191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Serve o React + proxy /api/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55280" y="4224528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65008" y="426110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📦  Composer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65008" y="4535424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Gerenciador de pacotes PHP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80" y="4937760"/>
            <a:ext cx="3566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65008" y="497433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🔢  npm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65008" y="5248656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Gerenciador de pacotes 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312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Arquitetura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63040"/>
            <a:ext cx="109728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2286000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0848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🌐  Navegador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E7FF"/>
                </a:solidFill>
              </a:rPr>
              <a:t>http://localhost:3000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2011680"/>
            <a:ext cx="2560320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58768" y="208483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🌀  nginx (frontend)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46888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E7FF"/>
                </a:solidFill>
              </a:rPr>
              <a:t>porta 3000 → :80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3749039"/>
            <a:ext cx="256032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8" y="3822191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Laravel (backend)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420624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E7FF"/>
                </a:solidFill>
              </a:rPr>
              <a:t>porta 8080 → :80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3749039"/>
            <a:ext cx="256032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3822191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🗄  MySQL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3488" y="420624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E7FF"/>
                </a:solidFill>
              </a:rPr>
              <a:t>rede interna Docker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914400"/>
            <a:ext cx="2560320" cy="64008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58768" y="98755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React Build (dist/)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8768" y="1371600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E7FF"/>
                </a:solidFill>
              </a:rPr>
              <a:t>arquivos estáticos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331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F46E5"/>
                </a:solidFill>
              </a:rPr>
              <a:t>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0116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porta 3000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1546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F46E5"/>
                </a:solidFill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127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proxy /api/*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148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0B981"/>
                </a:solidFill>
              </a:rPr>
              <a:t>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221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46E5"/>
                </a:solidFill>
              </a:rPr>
              <a:t>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serve estáticos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1645920"/>
            <a:ext cx="2103120" cy="3749039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127AE"/>
                </a:solidFill>
              </a:rPr>
              <a:t>Rede Interna
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377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Containers isolados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9260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Comunicação via
  nome do serviço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34747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MySQL não exposto
  ao host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0233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• nginx faz proxy
  transparente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Backend — Laravel 12 (API REST)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63040"/>
            <a:ext cx="10972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7A55"/>
                </a:solidFill>
              </a:rPr>
              <a:t>🔐  Autenticação por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  ✓  Guard nativo token do Laravel (sem Sanctum)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408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  ✓  Token Bearer de 60 chars gerado no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  ✓  Armazenado na coluna api_token dos usuários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626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  ✓  Invalidado no logout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554480"/>
            <a:ext cx="548640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459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7A55"/>
                </a:solidFill>
              </a:rPr>
              <a:t>📋  Rotas da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084831"/>
            <a:ext cx="658368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084831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08483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/api/login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0" y="2084831"/>
            <a:ext cx="82296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208483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Público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386584"/>
            <a:ext cx="658368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38658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3865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/api/logout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2386584"/>
            <a:ext cx="82296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23865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688336"/>
            <a:ext cx="658368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68833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6883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/api/me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80" y="2688336"/>
            <a:ext cx="82296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268833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990088"/>
            <a:ext cx="658368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99008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299008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/api/categorias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2990088"/>
            <a:ext cx="82296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299008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291840"/>
            <a:ext cx="658368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29184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2918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/api/categorias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41280" y="3291840"/>
            <a:ext cx="82296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32918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593592"/>
            <a:ext cx="658368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359359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35935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/api/categorias/{id}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41280" y="3593592"/>
            <a:ext cx="82296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35935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895344"/>
            <a:ext cx="658368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389534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38953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/api/categorias/{id}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41280" y="3895344"/>
            <a:ext cx="82296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38953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197096"/>
            <a:ext cx="658368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419709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67728" y="41970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/api/users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1280" y="4197096"/>
            <a:ext cx="822960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41280" y="41970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4498848"/>
            <a:ext cx="658368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449884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67728" y="44988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/api/users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41280" y="4498848"/>
            <a:ext cx="822960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41280" y="44988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4800600"/>
            <a:ext cx="658368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3640" y="480060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67728" y="4800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/api/users/{id}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41280" y="4800600"/>
            <a:ext cx="822960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41280" y="48006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63640" y="5102352"/>
            <a:ext cx="658368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510235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67728" y="51023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</a:rPr>
              <a:t>/api/users/{id}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241280" y="5102352"/>
            <a:ext cx="822960" cy="2560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41280" y="51023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61188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60" y="3703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7A55"/>
                </a:solidFill>
              </a:rPr>
              <a:t>🛡  Controle de Acesso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4160520"/>
            <a:ext cx="82296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41605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876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Acesso total — CRUD usuários + categorias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" y="4572000"/>
            <a:ext cx="822960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4360" y="45720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508760" y="45720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Acesso parcial — apenas CRUD de categorias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5257800"/>
            <a:ext cx="53035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4360" y="53218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7A55"/>
                </a:solidFill>
              </a:rPr>
              <a:t>🌍  CORS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" y="56418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Middleware HandleCors.php — libera origens, métodos e headers para o frontend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312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Frontend — React 18 + Tailwind CSS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63040"/>
            <a:ext cx="109728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41148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127AE"/>
                </a:solidFill>
              </a:rPr>
              <a:t>📂  Estrutura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84831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7AE"/>
                </a:solidFill>
              </a:rPr>
              <a:t>src/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7AE"/>
                </a:solidFill>
              </a:rPr>
              <a:t>  components/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7860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  Alert.jsx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25496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  Layout.jsx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7238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  Navbar.jsx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19272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  PrivateRoute.jsx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7AE"/>
                </a:solidFill>
              </a:rPr>
              <a:t>  context/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13048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  AuthContext.jsx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59935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7AE"/>
                </a:solidFill>
              </a:rPr>
              <a:t>  services/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06823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  api.js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53711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7AE"/>
                </a:solidFill>
              </a:rPr>
              <a:t>  pages/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00599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  Login.jsx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47487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  Dashboard.jsx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94375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7AE"/>
                </a:solidFill>
              </a:rPr>
              <a:t>    categorias/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41263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127AE"/>
                </a:solidFill>
              </a:rPr>
              <a:t>    usuarios/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88151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  App.jsx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572768"/>
            <a:ext cx="3429000" cy="1234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6642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AuthContext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02996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Estado global do usuário + token JWT.
Funções: login(), logout(), isAdmin()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1572768"/>
            <a:ext cx="3429000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16642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api.js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02996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Instância Axios com interceptors.
Adds Bearer token em toda requisição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1572768"/>
            <a:ext cx="3429000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16642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PrivateRoute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202996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Guarda rotas autenticadas.
AdminRoute bloqueia não-admins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1572768"/>
            <a:ext cx="3429000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16642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Navbar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2029968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Navegação responsiva.
Exibe badge ADMIN e botão Logout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926080"/>
            <a:ext cx="3429000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30175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api.js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3383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Instância Axios com interceptors.
Adds Bearer token em toda requisição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2926080"/>
            <a:ext cx="3429000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41080" y="30175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PrivateRoute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33832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Guarda rotas autenticadas.
AdminRoute bloqueia não-admins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4297680"/>
            <a:ext cx="3429000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4389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Navbar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4754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9D5FF"/>
                </a:solidFill>
              </a:rPr>
              <a:t>Navegação responsiva.
Badge ADMIN e botão Logout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4297680"/>
            <a:ext cx="3429000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4389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Alert.jsx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4754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Mensagens de sucesso/erro.
Exibido em todas as operações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5669280"/>
            <a:ext cx="7178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92040" y="5742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127AE"/>
                </a:solidFill>
              </a:rPr>
              <a:t>🛣  Rotas SPA: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7607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/login   /dashboard   /categorias   /categorias/novo   /usuarios   /usuarios/novo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6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Docker &amp; Docker Compose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63040"/>
            <a:ext cx="10972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72768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5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3611880" cy="457200"/>
          </a:xfrm>
          <a:prstGeom prst="rect">
            <a:avLst/>
          </a:prstGeom>
          <a:solidFill>
            <a:srgbClr val="00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🗄 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58F"/>
                </a:solidFill>
              </a:rPr>
              <a:t>Imagem: mysql:8.0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58F"/>
                </a:solidFill>
              </a:rPr>
              <a:t>Volume: mysql_data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004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58F"/>
                </a:solidFill>
              </a:rPr>
              <a:t>Variáveis de ambiente: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4436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• MYSQL_DATABASE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1868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• MYSQL_USER / PASSWORD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9300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Healthcheck configurado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6732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para aguardar disponib.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572768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572768"/>
            <a:ext cx="36118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6276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121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Imagem: php:8.3-apache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239572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Build: ./backend/Dockerfile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67004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Depende de: mysql (healthy)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294436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Entrypoint automatizado: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321868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• Aguarda 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349300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• php artisan migrate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376732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0B981"/>
                </a:solidFill>
              </a:rPr>
              <a:t>• php artisan db:seed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04164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• apache2-foreground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1572768"/>
            <a:ext cx="36118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1572768"/>
            <a:ext cx="361188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16276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🌀  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21214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</a:rPr>
              <a:t>Imagem: node:20 + nginx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239572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</a:rPr>
              <a:t>Build: multi-stage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267004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  → Stage 1: npm install + 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294436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  → Stage 2: nginx serve dist/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321868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F46E5"/>
                </a:solidFill>
              </a:rPr>
              <a:t>nginx.conf: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349300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• Proxy /api/* → 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67327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</a:rPr>
              <a:t>• SPA fallback index.html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852160"/>
            <a:ext cx="11430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28A"/>
                </a:solidFill>
              </a:rPr>
              <a:t>🔌  Portas: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</a:rPr>
              <a:t>Frontend: :3000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2362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http://localhost:3000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Backend: :8080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62362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http://localhost:8080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943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MySQL: :—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62362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somente rede interna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312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Funcionalidades — Telas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63040"/>
            <a:ext cx="109728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2743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74320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🔐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E7FF"/>
                </a:solidFill>
              </a:rPr>
              <a:t>Autenticação segura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E-mail + senha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614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Validação em tempo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272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Mensagem de erro clara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930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Hint de credenciais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3552" y="1600200"/>
            <a:ext cx="2743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600200"/>
            <a:ext cx="2743200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1664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E7FF"/>
                </a:solidFill>
              </a:rPr>
              <a:t>Visão geral do sistema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39572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Totalizadores dinâmicos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27614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Cards clicáveis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31272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Saudação personalizada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0712" y="34930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Badge de perfil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600200"/>
            <a:ext cx="2743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600200"/>
            <a:ext cx="2743200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1664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🗂 Categorias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3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E7FF"/>
                </a:solidFill>
              </a:rPr>
              <a:t>CRUD completo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239572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Tabela responsiva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7614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Botões Editar/Remover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31272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Confirmação de exclusão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34930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Formulário validado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89136" y="1600200"/>
            <a:ext cx="27432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89136" y="1600200"/>
            <a:ext cx="2743200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1664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👥 Usuários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1984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E7FF"/>
                </a:solidFill>
              </a:rPr>
              <a:t>Somente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239572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Badge de perfil (Admin/User)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6296" y="276148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Não remove própria conta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31272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Senha opcional na edição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34930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✓  Proteção de rota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312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Como Executar 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63040"/>
            <a:ext cx="10972800" cy="3657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64008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600200"/>
            <a:ext cx="10515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459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127AE"/>
                </a:solidFill>
              </a:rPr>
              <a:t>Clone o repositório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18488"/>
            <a:ext cx="6400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git clone https://github.com/MuriloTBS/p2fullstack.git
cd p2fullstack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64008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2404872"/>
            <a:ext cx="10515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45059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127AE"/>
                </a:solidFill>
              </a:rPr>
              <a:t>Suba os containers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423160"/>
            <a:ext cx="6400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docker compose up --build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9544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0954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3209544"/>
            <a:ext cx="10515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3255263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127AE"/>
                </a:solidFill>
              </a:rPr>
              <a:t>Aguarde o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27832"/>
            <a:ext cx="6400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MySQL inicia → migrations → seeders → Apache + nginx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14215"/>
            <a:ext cx="64008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14215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4014215"/>
            <a:ext cx="10515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059935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127AE"/>
                </a:solidFill>
              </a:rPr>
              <a:t>Acesse no navegador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32503"/>
            <a:ext cx="6400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http://localhost:3000
admin@example.com  /  password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1937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127AE"/>
                </a:solidFill>
              </a:rPr>
              <a:t>📋  Pré-requisitos: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21208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Docker ≥ 24   •   Docker Compose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577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Não é necessário Node.js, PHP, Composer ou qualquer dependência local — tudo roda dentro dos containers.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27A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2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E1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5B4FC"/>
                </a:solidFill>
              </a:rPr>
              <a:t>✅  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Objetivos
Alcançados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331720"/>
            <a:ext cx="10972800" cy="36576"/>
          </a:xfrm>
          <a:prstGeom prst="rect">
            <a:avLst/>
          </a:prstGeom>
          <a:solidFill>
            <a:srgbClr val="6D6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Frontend React com Tailwind CSS — moderno e responsivo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62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Backend Laravel 12 com API REST e autenticação por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95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CRUD completo de Categorias e Usuários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57015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Controle de acesso por perfil (admin / user)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04487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Containerização completa com Docker + Docker 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5195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Comunicação transparente via proxy 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59943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Migrations e seeders automáticos no startup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946903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Documentação e código publicados no GitHub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E1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166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5B4FC"/>
                </a:solidFill>
              </a:rPr>
              <a:t>github.com/MuriloTBS/p2fullstack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7D2FE"/>
                </a:solidFill>
              </a:rPr>
              <a:t>Laboratório de Programação Full Stack  •  Prof. Fabricio Dias  •  Univassouras — Maricá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943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Aluno: Sérgio Murilo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