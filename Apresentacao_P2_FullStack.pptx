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27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1E1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256032"/>
            <a:ext cx="960120" cy="9601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38328"/>
            <a:ext cx="960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2743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5B4FC"/>
                </a:solidFill>
              </a:rPr>
              <a:t>UNIVASSOURAS  —  MARICA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6400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7D2FE"/>
                </a:solidFill>
              </a:rPr>
              <a:t>Laboratorio de Programacao Full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" y="1572768"/>
            <a:ext cx="10881360" cy="41148"/>
          </a:xfrm>
          <a:prstGeom prst="rect">
            <a:avLst/>
          </a:prstGeom>
          <a:solidFill>
            <a:srgbClr val="6D6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37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A5B4FC"/>
                </a:solidFill>
              </a:rPr>
              <a:t>Atividade P2  —  Full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76272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Sistema de Gestao com
React + Laravel + Docker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114800"/>
            <a:ext cx="1554480" cy="34747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4114800"/>
            <a:ext cx="1554480" cy="34747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Tailwind CSS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114800"/>
            <a:ext cx="1554480" cy="34747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7639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Laravel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79" y="4114800"/>
            <a:ext cx="1554480" cy="3474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79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Docker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5760720"/>
            <a:ext cx="12188952" cy="1097280"/>
          </a:xfrm>
          <a:prstGeom prst="rect">
            <a:avLst/>
          </a:prstGeom>
          <a:solidFill>
            <a:srgbClr val="1E1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58521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Aluno:     Sergio Murilo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19963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Professor: Fabricio Dias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5897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800" b="1" i="0">
                <a:solidFill>
                  <a:srgbClr val="6D66EA"/>
                </a:solidFill>
              </a:rPr>
              <a:t>2026</a:t>
            </a:r>
          </a:p>
        </p:txBody>
      </p:sp>
      <p:pic>
        <p:nvPicPr>
          <p:cNvPr id="23" name="Picture 22" descr="logo s4 -02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2860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Objetivo do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Criar uma aplicacao fullstack completa, integrada e containerizada com Docker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</a:rPr>
              <a:t>Desenvolver uma aplicacao web moderna que integre frontend em React com backend Laravel via API REST, com autenticacao, controle de acesso por perfil e execucao completa via Docker Compose, sem dependencia de ambiente local.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51760"/>
            <a:ext cx="2651760" cy="2606040"/>
          </a:xfrm>
          <a:prstGeom prst="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651760" cy="3840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688336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Autenticacao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315468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Login seguro com
token JWT Bearer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2651760"/>
            <a:ext cx="2651760" cy="2606040"/>
          </a:xfrm>
          <a:prstGeom prst="rect">
            <a:avLst/>
          </a:prstGeom>
          <a:solidFill>
            <a:srgbClr val="D1FAE5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2651760"/>
            <a:ext cx="2651760" cy="3840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0" y="2688336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CRUD Completo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315468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Categorias e Usuarios
com regras de acesso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2651760"/>
            <a:ext cx="2651760" cy="2606040"/>
          </a:xfrm>
          <a:prstGeom prst="rect">
            <a:avLst/>
          </a:prstGeom>
          <a:solidFill>
            <a:srgbClr val="E0F2FE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89904" y="2651760"/>
            <a:ext cx="2651760" cy="3840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99632" y="2688336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Containerizacao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315468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Toda a stack Docker
sem setup manual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06256" y="2651760"/>
            <a:ext cx="2651760" cy="2606040"/>
          </a:xfrm>
          <a:prstGeom prst="rect">
            <a:avLst/>
          </a:prstGeom>
          <a:solidFill>
            <a:srgbClr val="EDE9FE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651760"/>
            <a:ext cx="2651760" cy="38404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15984" y="2688336"/>
            <a:ext cx="2423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Interface Moderna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3416" y="3154680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74151"/>
                </a:solidFill>
              </a:rPr>
              <a:t>React + Tailwind CSS
responsivo e limpo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Tecnologias Utilizadas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Stack moderno e profissional em todas as camadas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47472" y="1600200"/>
            <a:ext cx="3703320" cy="40233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1636776"/>
            <a:ext cx="3703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066543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21214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React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414015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Biblioteca de UI com componentes reutilizaveis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834639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88950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Tailwind CSS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182111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Estilizacao utility-first e responsiva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3602735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3657599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Vite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950207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Build tool ultrarapido para desenvolvimento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4370831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4425695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Axios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471830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Cliente HTTP com interceptors para JWT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5138927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519379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React Router v6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548639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Navegacao SPA com rotas protegidas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1600200"/>
            <a:ext cx="3703320" cy="40233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1636776"/>
            <a:ext cx="3703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2066543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25696" y="21214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PHP 8.3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5696" y="2414015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Linguagem do servidor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2834639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25696" y="288950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Laravel 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3182111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Framework MVC com API REST nativo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602735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25696" y="3657599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MySQL 8.0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25696" y="3950207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Banco de dados relacional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97680" y="4370831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5696" y="4425695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Token Auth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25696" y="471830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Guard nativo do Laravel (sem pacote extra)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97680" y="5138927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25696" y="519379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Apache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25696" y="548639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Servidor web no container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47888" y="1600200"/>
            <a:ext cx="3703320" cy="4023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47888" y="1636776"/>
            <a:ext cx="3703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INFRAESTRUTURA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7888" y="2066543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75904" y="212140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Docker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75904" y="2414015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Containerizacao de todos os servicos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47888" y="2834639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75904" y="2889503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Docker Compose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75904" y="3182111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Orquestracao multi-container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47888" y="3602735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75904" y="3657599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nginx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75904" y="3950207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Serve o React + proxy /api/ -&gt; backend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47888" y="4370831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75904" y="4425695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Composer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75904" y="471830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Gerenciador de pacotes PHP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47888" y="5138927"/>
            <a:ext cx="370332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75904" y="5193791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127AE"/>
                </a:solidFill>
              </a:rPr>
              <a:t>npm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75904" y="5486399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CA3AF"/>
                </a:solidFill>
              </a:rPr>
              <a:t>Gerenciador de pacotes JavaScript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Arquitetura do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Tres containers Docker se comunicam via rede interna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2331720"/>
            <a:ext cx="2103120" cy="91440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2423160"/>
            <a:ext cx="19202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NAVEGADOR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2770632"/>
            <a:ext cx="1920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http://localhost:3000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743200" cy="91440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3008" y="15087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React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93008" y="185623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arquivos estaticos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651760"/>
            <a:ext cx="2743200" cy="9144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93008" y="274320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nginx  (frontend)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3090672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porta 3000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4160520"/>
            <a:ext cx="2743200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93008" y="4251959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Laravel  (backend)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4599431"/>
            <a:ext cx="2560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porta 8080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4160520"/>
            <a:ext cx="2560320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7807" y="4251959"/>
            <a:ext cx="2377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4151"/>
                </a:solidFill>
              </a:rPr>
              <a:t>MySQL 8.0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7" y="4599431"/>
            <a:ext cx="2377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CA3AF"/>
                </a:solidFill>
              </a:rPr>
              <a:t>rede interna Docker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42032" y="2651760"/>
            <a:ext cx="777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46E5"/>
                </a:solidFill>
              </a:rPr>
              <a:t>&gt;&gt;&gt;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39572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:3000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150876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46E5"/>
                </a:solidFill>
              </a:rPr>
              <a:t>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1481328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CA3AF"/>
                </a:solidFill>
              </a:rPr>
              <a:t>serve estaticos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53712" y="37033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4F46E5"/>
                </a:solidFill>
              </a:rPr>
              <a:t>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37033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CA3AF"/>
                </a:solidFill>
              </a:rPr>
              <a:t>proxy  /api/*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46227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9669"/>
                </a:solidFill>
              </a:rPr>
              <a:t>&gt;&gt;&gt;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224528"/>
            <a:ext cx="1143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9CA3AF"/>
                </a:solidFill>
              </a:rPr>
              <a:t>SQL query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87000" y="1481328"/>
            <a:ext cx="1737360" cy="3840480"/>
          </a:xfrm>
          <a:prstGeom prst="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87000" y="15544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3127AE"/>
                </a:solidFill>
              </a:rPr>
              <a:t>Rede Interna
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332720" y="2121408"/>
            <a:ext cx="1645920" cy="274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78440" y="219456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Containers isolados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78440" y="24505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78440" y="270662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Comunicacao via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96265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nome do servico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78440" y="321868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78440" y="347472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MySQL nao exposto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78440" y="373075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ao host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40" y="398678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78440" y="424281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nginx proxy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4498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374151"/>
                </a:solidFill>
              </a:rPr>
              <a:t>transparente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045C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Backend — Laravel 12 (API REST)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API RESTful com autenticacao por token e controle de acesso por perfil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5212080" cy="205740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00200"/>
            <a:ext cx="5212080" cy="40233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6459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AUTENTICACAO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066543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   +  Guard token nativo do Laravel (sem Sanctum)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3500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   +  Token Bearer de 60 caracteres aleatorios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6334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   +  Armazenado na coluna api_token dos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91693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   +  Invalidado no banco de dados no logout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2004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   +  Protecao via middleware  auth:api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67328"/>
            <a:ext cx="5212080" cy="1444752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767328"/>
            <a:ext cx="5212080" cy="40233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1304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CONTROLE DE ACESSO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251960"/>
            <a:ext cx="822960" cy="31089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251960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374151"/>
                </a:solidFill>
              </a:rPr>
              <a:t>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251960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Acesso total — CRUD Usuarios + Categorias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654296"/>
            <a:ext cx="822960" cy="31089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65429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654296"/>
            <a:ext cx="4114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74151"/>
                </a:solidFill>
              </a:rPr>
              <a:t>Acesso parcial — apenas CRUD de Categorias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1600200"/>
            <a:ext cx="5760720" cy="498348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943600" y="1600200"/>
            <a:ext cx="5760720" cy="40233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3328" y="1645920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ROTAS DA API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53328" y="2066543"/>
            <a:ext cx="713232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3328" y="206654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20665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/api/login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68128" y="2066543"/>
            <a:ext cx="914400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68128" y="206654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374151"/>
                </a:solidFill>
              </a:rPr>
              <a:t>Publico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53328" y="2386584"/>
            <a:ext cx="713232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53328" y="238658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21424" y="238658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/api/logout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68128" y="2386584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68128" y="23865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53328" y="2706624"/>
            <a:ext cx="713232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53328" y="270662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21424" y="2706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68128" y="2706624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68128" y="27066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53328" y="3026664"/>
            <a:ext cx="713232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53328" y="302666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21424" y="302666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/api/categorias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68128" y="3026664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168128" y="30266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53328" y="3346704"/>
            <a:ext cx="713232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3328" y="334670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1424" y="33467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/api/categorias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168128" y="3346704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68128" y="33467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53328" y="3666744"/>
            <a:ext cx="713232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53328" y="3666744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PUT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21424" y="36667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/api/categorias/{id}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68128" y="3666744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68128" y="36667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53328" y="3986783"/>
            <a:ext cx="713232" cy="274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53328" y="398678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21424" y="398678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/api/categorias/{id}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68128" y="3986783"/>
            <a:ext cx="914400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68128" y="398678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Auth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53328" y="4306823"/>
            <a:ext cx="713232" cy="274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430682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21424" y="43068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68128" y="4306823"/>
            <a:ext cx="914400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68128" y="43068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53328" y="4626863"/>
            <a:ext cx="713232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053328" y="462686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POST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21424" y="462686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/api/users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168128" y="4626863"/>
            <a:ext cx="914400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168128" y="462686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53328" y="4946903"/>
            <a:ext cx="713232" cy="274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053328" y="494690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PUT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821424" y="494690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/api/users/{id}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68128" y="4946903"/>
            <a:ext cx="914400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68128" y="494690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Admin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53328" y="5266943"/>
            <a:ext cx="713232" cy="274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53328" y="5266943"/>
            <a:ext cx="7132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DELETE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21424" y="52669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/api/users/{id}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168128" y="5266943"/>
            <a:ext cx="914400" cy="274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168128" y="526694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Frontend — React 18 + Tailwind 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SPA moderna com gerenciamento de estado, rotas protegidas e consumo de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00200"/>
            <a:ext cx="356616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3566160" cy="40233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ESTRUTURA DE PASTAS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66543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src/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313432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components/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Alert.jsx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807208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Layout.jsx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54096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Navbar.jsx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00984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PrivateRoute.jsx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47872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context/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3794760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AuthContext.jsx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041648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services/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288536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api.js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535423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pages/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82311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Login.jsx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029199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  Dashboard.jsx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76087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   categorias/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522975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27AE"/>
                </a:solidFill>
              </a:rPr>
              <a:t>      usuarios/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769863"/>
            <a:ext cx="3337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App.jsx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60520" y="1600200"/>
            <a:ext cx="3886200" cy="1783080"/>
          </a:xfrm>
          <a:prstGeom prst="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00200"/>
            <a:ext cx="3886200" cy="402336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16550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AuthContext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Estado global do usuario logado.
Funcoes login(), logout(), isAdmin()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02167" y="1600200"/>
            <a:ext cx="3886200" cy="1783080"/>
          </a:xfrm>
          <a:prstGeom prst="rect">
            <a:avLst/>
          </a:prstGeom>
          <a:solidFill>
            <a:srgbClr val="D1FAE5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7" y="1600200"/>
            <a:ext cx="3886200" cy="40233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5" y="16550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api.js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7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Axios com interceptors.
Bearer token automatico em todo request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3657600"/>
            <a:ext cx="3886200" cy="1783080"/>
          </a:xfrm>
          <a:prstGeom prst="rect">
            <a:avLst/>
          </a:prstGeom>
          <a:solidFill>
            <a:srgbClr val="EDE9FE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160520" y="3657600"/>
            <a:ext cx="3886200" cy="40233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70248" y="37124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PrivateRoute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42062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Bloqueia rotas sem autenticacao.
AdminRoute barra usuarios comuns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02167" y="3657600"/>
            <a:ext cx="3886200" cy="1783080"/>
          </a:xfrm>
          <a:prstGeom prst="rect">
            <a:avLst/>
          </a:prstGeom>
          <a:solidFill>
            <a:srgbClr val="E0F2FE"/>
          </a:solidFill>
          <a:ln w="254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7" y="3657600"/>
            <a:ext cx="3886200" cy="40233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5" y="3712463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Navbar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7" y="42062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74151"/>
                </a:solidFill>
              </a:rPr>
              <a:t>Menu responsivo com badge ADMIN
e botao de Logout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60520" y="5532120"/>
            <a:ext cx="7818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79392" y="56052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127AE"/>
                </a:solidFill>
              </a:rPr>
              <a:t>Rotas SPA: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26480" y="561441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/login   /dashboard   /categorias   /categorias/novo   /usuarios   /usuarios/novo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Docker &amp; Docker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Toda a stack containerizada — sem necessidade de ambiente local configurado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7472" y="1600200"/>
            <a:ext cx="3749039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7472" y="1600200"/>
            <a:ext cx="3749039" cy="7498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6420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mysql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116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0E7FF"/>
                </a:solidFill>
              </a:rPr>
              <a:t>MySQL 8.0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4505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Imagem: mysql:8.0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27249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Volume persistente: mysql_data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" y="2999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Healthcheck: mysqladmin 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7355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Backend aguarda ready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" y="354787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Nao exposto ao host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" y="382219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706"/>
                </a:solidFill>
              </a:rPr>
              <a:t>Variaveis de ambiente: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" y="40965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DB_DATABASE, USER, 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1600200"/>
            <a:ext cx="3749039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1600200"/>
            <a:ext cx="3749039" cy="74980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116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0E7FF"/>
                </a:solidFill>
              </a:rPr>
              <a:t>Laravel + Apache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4505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Imagem: php:8.3-apache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7249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Dockerfile: ./backend/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2999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Depende de: mysql (healthy)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327355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59669"/>
                </a:solidFill>
              </a:rPr>
              <a:t>entrypoint.sh faz: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354787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1. Aguarda MySQL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82219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2. php artisan migrate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0965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3. php artisan db:seed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7083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4. apache2-foreground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47888" y="1600200"/>
            <a:ext cx="3749039" cy="4434840"/>
          </a:xfrm>
          <a:prstGeom prst="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47888" y="1600200"/>
            <a:ext cx="3749039" cy="74980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57615" y="1664208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frontend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7615" y="2011680"/>
            <a:ext cx="3520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0E7FF"/>
                </a:solidFill>
              </a:rPr>
              <a:t>React + nginx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5048" y="245059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46E5"/>
                </a:solidFill>
              </a:rPr>
              <a:t>Dockerfile multi-stage: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27249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Stage 1: node:20-alpine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5048" y="29992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npm install + npm run build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327355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Stage 2: nginx:alpine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5048" y="354787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  serve /dist estatico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85048" y="382219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4F46E5"/>
                </a:solidFill>
              </a:rPr>
              <a:t>nginx.conf: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8" y="409651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proxy /api/* -&gt; backend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8" y="437083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374151"/>
                </a:solidFill>
              </a:rPr>
              <a:t>  SPA fallback index.html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7472" y="6172200"/>
            <a:ext cx="11494008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623620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284C7"/>
                </a:solidFill>
              </a:rPr>
              <a:t>Portas: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83080" y="6217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4F46E5"/>
                </a:solidFill>
              </a:rPr>
              <a:t>frontend  :3000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83080" y="647395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http://localhost:3000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49240" y="6217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9669"/>
                </a:solidFill>
              </a:rPr>
              <a:t>backend   :8080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647395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http://localhost:8080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15400" y="62179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97706"/>
                </a:solidFill>
              </a:rPr>
              <a:t>mysql     :---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15400" y="6473952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</a:rPr>
              <a:t>somente rede interna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Funcionalidades — Telas do Sistema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Interface completa com feedback visual em todas as operacoes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00200"/>
            <a:ext cx="2724912" cy="4892040"/>
          </a:xfrm>
          <a:prstGeom prst="rect">
            <a:avLst/>
          </a:prstGeom>
          <a:solidFill>
            <a:srgbClr val="EEF2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2724912" cy="71323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642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Login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116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Autenticacao JWT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" y="2505456"/>
            <a:ext cx="201168" cy="2011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45059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E-mail e senha validados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2907792"/>
            <a:ext cx="201168" cy="2011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5292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Token salvo no localStorage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3310128"/>
            <a:ext cx="201168" cy="2011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5526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Mensagem de erro clara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3712463"/>
            <a:ext cx="201168" cy="2011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Credenciais de teste visiveis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73552" y="1600200"/>
            <a:ext cx="2724912" cy="4892040"/>
          </a:xfrm>
          <a:prstGeom prst="rect">
            <a:avLst/>
          </a:prstGeom>
          <a:solidFill>
            <a:srgbClr val="D1FAE5"/>
          </a:solidFill>
          <a:ln w="254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73552" y="1600200"/>
            <a:ext cx="2724912" cy="71323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16642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0116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Visao geral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38144" y="2505456"/>
            <a:ext cx="201168" cy="2011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0752" y="245059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Totais de categorias/usuarios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38144" y="2907792"/>
            <a:ext cx="201168" cy="2011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30752" y="285292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Cards clicaveis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38144" y="3310128"/>
            <a:ext cx="201168" cy="2011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30752" y="325526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Saudacao com nome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38144" y="3712463"/>
            <a:ext cx="201168" cy="2011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36576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Badge ADMIN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81344" y="1600200"/>
            <a:ext cx="2724912" cy="4892040"/>
          </a:xfrm>
          <a:prstGeom prst="rect">
            <a:avLst/>
          </a:prstGeom>
          <a:solidFill>
            <a:srgbClr val="EDE9FE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81344" y="1600200"/>
            <a:ext cx="2724912" cy="71323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91072" y="16642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Categorias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20116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0E7FF"/>
                </a:solidFill>
              </a:rPr>
              <a:t>CRUD completo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45936" y="2505456"/>
            <a:ext cx="201168" cy="20116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38544" y="245059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Listar em tabela responsiva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45936" y="2907792"/>
            <a:ext cx="201168" cy="20116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38544" y="285292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Cadastrar nova categoria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45936" y="3310128"/>
            <a:ext cx="201168" cy="20116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38544" y="325526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Editar com formulario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45936" y="3712463"/>
            <a:ext cx="201168" cy="20116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38544" y="36576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Confirmar exclusao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89136" y="1600200"/>
            <a:ext cx="2724912" cy="489204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89136" y="1600200"/>
            <a:ext cx="2724912" cy="71323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98863" y="1664208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98863" y="2011680"/>
            <a:ext cx="2514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374151"/>
                </a:solidFill>
              </a:rPr>
              <a:t>Somente admin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253728" y="2505456"/>
            <a:ext cx="201168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46336" y="2450592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Badge Admin / Usuario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53728" y="2907792"/>
            <a:ext cx="201168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46336" y="2852928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Bloqueia nao-admins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53728" y="3310128"/>
            <a:ext cx="201168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46336" y="3255264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Nao remove conta propria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253728" y="3712463"/>
            <a:ext cx="201168" cy="20116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46336" y="36576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74151"/>
                </a:solidFill>
              </a:rPr>
              <a:t>Senha opcional na edicao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A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2588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Como Executar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7D2FE"/>
                </a:solidFill>
              </a:rPr>
              <a:t>Apenas Docker necessario — sem Node.js, PHP ou Composer no host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63040"/>
            <a:ext cx="10972800" cy="4114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627632"/>
            <a:ext cx="658368" cy="658368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2763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234440" y="1627632"/>
            <a:ext cx="10469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168249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127AE"/>
                </a:solidFill>
              </a:rPr>
              <a:t>Clone o repositorio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96596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74151"/>
                </a:solidFill>
              </a:rPr>
              <a:t>git clone https://github.com/MuriloTBS/p2fullstack.git    cd p2fullstack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50592"/>
            <a:ext cx="658368" cy="65836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5059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450592"/>
            <a:ext cx="10469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250545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127AE"/>
                </a:solidFill>
              </a:rPr>
              <a:t>Suba todos os containers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78892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74151"/>
                </a:solidFill>
              </a:rPr>
              <a:t>docker compose up --build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658368" cy="65836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7355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34440" y="3273552"/>
            <a:ext cx="10469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332841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127AE"/>
                </a:solidFill>
              </a:rPr>
              <a:t>Aguarde a inicializacao automatica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61188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74151"/>
                </a:solidFill>
              </a:rPr>
              <a:t>MySQL inicia  -&gt;  migrations  -&gt;  seeders  -&gt;  Apache + nginx prontos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096512"/>
            <a:ext cx="658368" cy="658368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658368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234440" y="4096512"/>
            <a:ext cx="1046988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15137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127AE"/>
                </a:solidFill>
              </a:rPr>
              <a:t>Acesse no navegador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4434840"/>
            <a:ext cx="10149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374151"/>
                </a:solidFill>
              </a:rPr>
              <a:t>http://localhost:3000          Login: admin@example.com  /  password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66360"/>
            <a:ext cx="112471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5239512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127AE"/>
                </a:solidFill>
              </a:rPr>
              <a:t>Pre-requisitos: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31920" y="5248656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B5563"/>
                </a:solidFill>
              </a:rPr>
              <a:t>Docker &gt;= 24   |   Docker Compose v2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559612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</a:rPr>
              <a:t>Nao e necessario instalar Node.js, PHP, Composer ou MySQL na maquina — tudo e gerenciado pelos containers.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27A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3127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74920"/>
            <a:ext cx="12188952" cy="1783080"/>
          </a:xfrm>
          <a:prstGeom prst="rect">
            <a:avLst/>
          </a:prstGeom>
          <a:solidFill>
            <a:srgbClr val="1E1B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38404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5B4FC"/>
                </a:solidFill>
              </a:rPr>
              <a:t>CONCLUSAO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749808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</a:rPr>
              <a:t>Todos os objetivos
alcancados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121408"/>
            <a:ext cx="10881360" cy="41148"/>
          </a:xfrm>
          <a:prstGeom prst="rect">
            <a:avLst/>
          </a:prstGeom>
          <a:solidFill>
            <a:srgbClr val="6D6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2359152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0428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Frontend React com Tailwind CSS — interface moderna e responsiva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697480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4261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Backend Laravel 12 com API REST e autenticacao por token Bearer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3035808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98094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CRUD completo de Categorias e Usuarios com regras de acesso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74136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319272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Controle de acesso por perfil: admin acessa tudo, user acessa categorias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4360" y="3712463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657600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Containerizacao completa: MySQL + Laravel + React via Docker Compose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4050791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95928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nginx como proxy transparente — zero configuracao adicional no host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4389120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334256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Migrations e seeders automaticos no startup dos containers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4727448"/>
            <a:ext cx="237744" cy="23774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672584"/>
            <a:ext cx="10515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Codigo e documentacao publicados no GitHub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1937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5B4FC"/>
                </a:solidFill>
              </a:rPr>
              <a:t>github.com/MuriloTBS/p2fullstack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614416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7D2FE"/>
                </a:solidFill>
              </a:rPr>
              <a:t>Laboratorio de Programacao Full Stack   |   Prof. Fabricio Dias   |   Univassouras — Marica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93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Aluno: Sergio Murilo   |   2026</a:t>
            </a:r>
          </a:p>
        </p:txBody>
      </p:sp>
      <p:pic>
        <p:nvPicPr>
          <p:cNvPr id="27" name="Picture 26" descr="logo s4 -02p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66928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